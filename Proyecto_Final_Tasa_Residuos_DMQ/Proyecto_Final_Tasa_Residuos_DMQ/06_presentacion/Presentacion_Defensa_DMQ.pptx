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Evaluación y rediseño de la tasa de recolección del DMQ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Proyecto integrador final individual</a:t>
            </a:r>
          </a:p>
          <a:p>
            <a:r>
              <a:t>Bryan Stalin Garcia Larraga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público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El pago asociado a agua o electricidad no representa necesariamente los residuos generados.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Consecuencias: inequidad tarifaria, señal ambiental débil y poca transparencia.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 y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Pregunta: ¿cómo afecta el mecanismo de cobro a la equidad y eficiencia?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Objetivo: comparar tres escenarios y proponer un rediseño gradual.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Actores e instituciones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Municipio del DMQ</a:t>
            </a:r>
          </a:p>
          <a:p>
            <a:pPr>
              <a:defRPr sz="2400"/>
            </a:pPr>
            <a:r>
              <a:t>EMASEO EP</a:t>
            </a:r>
          </a:p>
          <a:p>
            <a:pPr>
              <a:defRPr sz="2400"/>
            </a:pPr>
            <a:r>
              <a:t>EMGIRS EP</a:t>
            </a:r>
          </a:p>
          <a:p>
            <a:pPr>
              <a:defRPr sz="2400"/>
            </a:pPr>
            <a:r>
              <a:t>EEQ</a:t>
            </a:r>
          </a:p>
          <a:p>
            <a:pPr>
              <a:defRPr sz="2400"/>
            </a:pPr>
            <a:r>
              <a:t>EPMAPS</a:t>
            </a:r>
          </a:p>
          <a:p>
            <a:pPr>
              <a:defRPr sz="2400"/>
            </a:pPr>
            <a:r>
              <a:t>Hogares, comercios, industrias y recicladores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Revisión documental</a:t>
            </a:r>
          </a:p>
          <a:p>
            <a:pPr>
              <a:defRPr sz="2400"/>
            </a:pPr>
            <a:r>
              <a:t>Análisis institucional</a:t>
            </a:r>
          </a:p>
          <a:p>
            <a:pPr>
              <a:defRPr sz="2400"/>
            </a:pPr>
            <a:r>
              <a:t>Datos simulados</a:t>
            </a:r>
          </a:p>
          <a:p>
            <a:pPr>
              <a:defRPr sz="2400"/>
            </a:pPr>
            <a:r>
              <a:t>Comparación de tres escenarios</a:t>
            </a:r>
          </a:p>
          <a:p>
            <a:pPr>
              <a:defRPr sz="2400"/>
            </a:pPr>
            <a:r>
              <a:t>Alcance no causal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multiagente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Coordinador</a:t>
            </a:r>
          </a:p>
          <a:p>
            <a:pPr>
              <a:defRPr sz="2400"/>
            </a:pPr>
            <a:r>
              <a:t>Políticas públicas</a:t>
            </a:r>
          </a:p>
          <a:p>
            <a:pPr>
              <a:defRPr sz="2400"/>
            </a:pPr>
            <a:r>
              <a:t>Datos y metodología</a:t>
            </a:r>
          </a:p>
          <a:p>
            <a:pPr>
              <a:defRPr sz="2400"/>
            </a:pPr>
            <a:r>
              <a:t>Programación y visualización</a:t>
            </a:r>
          </a:p>
          <a:p>
            <a:pPr>
              <a:defRPr sz="2400"/>
            </a:pPr>
            <a:r>
              <a:t>Verificador</a:t>
            </a:r>
          </a:p>
          <a:p>
            <a:pPr>
              <a:defRPr sz="2400"/>
            </a:pPr>
            <a:r>
              <a:t>Crítico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A. Cobro asociado al agua</a:t>
            </a:r>
          </a:p>
          <a:p>
            <a:pPr>
              <a:defRPr sz="2400"/>
            </a:pPr>
            <a:r>
              <a:t>B. Cobro asociado a electricidad</a:t>
            </a:r>
          </a:p>
          <a:p>
            <a:pPr>
              <a:defRPr sz="2400"/>
            </a:pPr>
            <a:r>
              <a:t>C. Cobro independiente por generación estimada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Los servicios básicos facilitan recaudación.</a:t>
            </a:r>
          </a:p>
          <a:p>
            <a:pPr>
              <a:defRPr sz="2400"/>
            </a:pPr>
            <a:r>
              <a:t>El consumo no equivale a residuos.</a:t>
            </a:r>
          </a:p>
          <a:p>
            <a:pPr>
              <a:defRPr sz="2400"/>
            </a:pPr>
            <a:r>
              <a:t>El esquema independiente alinea mejor pago y generación.</a:t>
            </a:r>
          </a:p>
          <a:p>
            <a:pPr>
              <a:defRPr sz="2400"/>
            </a:pPr>
            <a:r>
              <a:t>La medición y administración son desafíos.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Tarifa mixta</a:t>
            </a:r>
          </a:p>
          <a:p>
            <a:pPr>
              <a:defRPr sz="2400"/>
            </a:pPr>
            <a:r>
              <a:t>Pilotos</a:t>
            </a:r>
          </a:p>
          <a:p>
            <a:pPr>
              <a:defRPr sz="2400"/>
            </a:pPr>
            <a:r>
              <a:t>Protección a hogares vulnerables</a:t>
            </a:r>
          </a:p>
          <a:p>
            <a:pPr>
              <a:defRPr sz="2400"/>
            </a:pPr>
            <a:r>
              <a:t>Registro de grandes generadores</a:t>
            </a:r>
          </a:p>
          <a:p>
            <a:pPr>
              <a:defRPr sz="2400"/>
            </a:pPr>
            <a:r>
              <a:t>Incentivos al reciclaje</a:t>
            </a:r>
          </a:p>
          <a:p>
            <a:pPr>
              <a:defRPr sz="2400"/>
            </a:pPr>
            <a:r>
              <a:t>Datos abiertos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La transición debe ser gradual, transparente, evaluable y acompañada de capacidad institucional.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